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7" r:id="rId4"/>
    <p:sldId id="258" r:id="rId5"/>
    <p:sldId id="259" r:id="rId6"/>
    <p:sldId id="260" r:id="rId7"/>
    <p:sldId id="261" r:id="rId8"/>
    <p:sldId id="262" r:id="rId9"/>
    <p:sldId id="264" r:id="rId1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82151" autoAdjust="0"/>
  </p:normalViewPr>
  <p:slideViewPr>
    <p:cSldViewPr snapToGrid="0">
      <p:cViewPr varScale="1">
        <p:scale>
          <a:sx n="57" d="100"/>
          <a:sy n="57" d="100"/>
        </p:scale>
        <p:origin x="101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E72809-D2E2-4434-968F-EAD4A08C0A8A}" type="datetimeFigureOut">
              <a:rPr lang="fr-FR" smtClean="0"/>
              <a:t>13/12/2022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6A86BB-B5B3-40E8-9758-6CF29D5D001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98425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i="1" dirty="0">
                <a:solidFill>
                  <a:srgbClr val="00B0F0"/>
                </a:solidFill>
              </a:rPr>
              <a:t>Le </a:t>
            </a:r>
            <a:r>
              <a:rPr lang="fr-FR" i="1" dirty="0" err="1">
                <a:solidFill>
                  <a:srgbClr val="00B0F0"/>
                </a:solidFill>
              </a:rPr>
              <a:t>powerpoint</a:t>
            </a:r>
            <a:r>
              <a:rPr lang="fr-FR" i="1" dirty="0">
                <a:solidFill>
                  <a:srgbClr val="00B0F0"/>
                </a:solidFill>
              </a:rPr>
              <a:t> constitue un support pour appuyer votre discours, il ne remplace pas celui-ci. </a:t>
            </a:r>
            <a:r>
              <a:rPr lang="fr-FR" i="1">
                <a:solidFill>
                  <a:srgbClr val="00B0F0"/>
                </a:solidFill>
              </a:rPr>
              <a:t>Il ne comporte que des éléments de plan, des mots clés…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A86BB-B5B3-40E8-9758-6CF29D5D001E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957669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Titres à personnaliser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A86BB-B5B3-40E8-9758-6CF29D5D001E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506891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Commence alors la phase des questions du jury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A86BB-B5B3-40E8-9758-6CF29D5D001E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30517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D59BE48B-AA03-4035-9235-317BD97090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xmlns="" id="{B59A39D8-A22E-41D9-8D4E-7A8AF6646A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xmlns="" id="{B861CDDC-00D4-4E2D-9BC8-17BE8E982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77981-68C6-44F6-8112-8D52C924F426}" type="datetimeFigureOut">
              <a:rPr lang="fr-FR" smtClean="0"/>
              <a:t>13/12/2022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xmlns="" id="{3BE4D002-3A68-4DF8-AFB3-4283AF72E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xmlns="" id="{5230D11F-2C6F-44EF-8A78-8DCEEBF90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AD2B2-9D96-4539-B18E-43638AC9036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53322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5428975E-68F8-4C7D-98DF-4E60D4F09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60AD21C8-9EDB-4BCD-8517-36DD037F56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xmlns="" id="{D8FFA2BA-1BEE-472F-A687-706EF6B8E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77981-68C6-44F6-8112-8D52C924F426}" type="datetimeFigureOut">
              <a:rPr lang="fr-FR" smtClean="0"/>
              <a:t>13/12/2022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xmlns="" id="{7738814B-1DEE-498C-8393-6F00148D4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xmlns="" id="{9CDEDD13-566C-447D-B064-9D0D6F60A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AD2B2-9D96-4539-B18E-43638AC9036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9897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777F24DB-DE5F-4992-83E1-D3BEC8492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xmlns="" id="{84B73689-73CE-4247-8C01-FB55A42B18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xmlns="" id="{B9C3A89E-49F2-47BC-A715-2CEAEF5C8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77981-68C6-44F6-8112-8D52C924F426}" type="datetimeFigureOut">
              <a:rPr lang="fr-FR" smtClean="0"/>
              <a:t>13/12/2022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xmlns="" id="{1AD0705A-A317-490A-82E8-CAFA9634B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xmlns="" id="{57229967-C212-4BB0-8EAB-8BF062D3D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AD2B2-9D96-4539-B18E-43638AC9036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088777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0DED55E0-7950-4368-9B83-13351B60F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65AC5460-3172-41C4-B846-AE655D441A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xmlns="" id="{62CD57DA-B5D0-4CBF-ABB8-852D80920E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xmlns="" id="{FCE06E5D-F968-4A9C-ABBB-B0421365E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77981-68C6-44F6-8112-8D52C924F426}" type="datetimeFigureOut">
              <a:rPr lang="fr-FR" smtClean="0"/>
              <a:t>13/12/2022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xmlns="" id="{6E043172-5910-4A79-8E1A-477E8A15D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xmlns="" id="{7BC81912-C3FA-4467-8C0E-C096E2E21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AD2B2-9D96-4539-B18E-43638AC9036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065742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F3A4C134-B2FF-4903-9936-EACF5AEB4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xmlns="" id="{525C5334-CA11-4843-838D-A04A931038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xmlns="" id="{B7FD8588-1E5F-4040-BE54-D19FFEF6C0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xmlns="" id="{E4ECAB2D-992A-4B4D-8A42-135FE16F65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xmlns="" id="{195423AF-AF56-4220-9A0E-F6E6E9F1DD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xmlns="" id="{862FF5EB-993A-4E67-9F36-11685B2D1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77981-68C6-44F6-8112-8D52C924F426}" type="datetimeFigureOut">
              <a:rPr lang="fr-FR" smtClean="0"/>
              <a:t>13/12/2022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xmlns="" id="{FBD25310-33AE-4C7B-9AC7-8BBB91853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xmlns="" id="{797D32E7-55D7-4695-95DA-0A4087447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AD2B2-9D96-4539-B18E-43638AC9036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238215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A3526CE6-453A-4316-A52E-9E72BB47E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xmlns="" id="{B688B67A-7DAE-4F95-A253-CD0814334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77981-68C6-44F6-8112-8D52C924F426}" type="datetimeFigureOut">
              <a:rPr lang="fr-FR" smtClean="0"/>
              <a:t>13/12/2022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xmlns="" id="{F4A68EB2-E176-4385-A701-318773CBD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xmlns="" id="{3CBCE4EC-3AC8-43E7-86E4-CD4D2B4DD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AD2B2-9D96-4539-B18E-43638AC9036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6917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xmlns="" id="{541597A4-EBF7-4EAB-86BE-5A82C6552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77981-68C6-44F6-8112-8D52C924F426}" type="datetimeFigureOut">
              <a:rPr lang="fr-FR" smtClean="0"/>
              <a:t>13/12/2022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xmlns="" id="{20C652BF-40F8-44C4-B634-53DB1756D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xmlns="" id="{2FA4558E-A8C2-41A9-B4C1-92E51C4DD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AD2B2-9D96-4539-B18E-43638AC9036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1251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45AF0C95-CEF6-47B4-A569-A9D69D95A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EBE415BC-E0B0-4503-ADA8-5B3F171C1F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xmlns="" id="{F81A5C10-D25B-48F4-9BE6-D1647A9B93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xmlns="" id="{938C153B-5713-4A22-AF2F-FC9658BC2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77981-68C6-44F6-8112-8D52C924F426}" type="datetimeFigureOut">
              <a:rPr lang="fr-FR" smtClean="0"/>
              <a:t>13/12/2022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xmlns="" id="{A218A65C-4881-4F3F-8F13-96C0B0569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xmlns="" id="{E4E4B9E7-D4DB-42B2-9308-61C7EE17F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AD2B2-9D96-4539-B18E-43638AC9036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1729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564B1EFE-6CA9-41B6-9F44-9242D323C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xmlns="" id="{661904D6-DE35-4B5B-A777-35CE08714F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xmlns="" id="{636C86D3-0E41-4DCE-A76E-ED372D4A86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xmlns="" id="{B6451BB0-30DB-4A39-9A68-E3B476D79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77981-68C6-44F6-8112-8D52C924F426}" type="datetimeFigureOut">
              <a:rPr lang="fr-FR" smtClean="0"/>
              <a:t>13/12/2022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xmlns="" id="{23B066B5-A05A-4746-8A92-ED5FFC918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xmlns="" id="{FADCC6AF-47E8-4E7A-8B64-2D6B824C2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AD2B2-9D96-4539-B18E-43638AC9036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158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D4A71F4E-0C88-4911-999C-C3A85185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xmlns="" id="{8A2954A8-6A8F-41E4-96BD-2848CE8003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xmlns="" id="{0FB44641-414B-4CAF-AD31-0164776DF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77981-68C6-44F6-8112-8D52C924F426}" type="datetimeFigureOut">
              <a:rPr lang="fr-FR" smtClean="0"/>
              <a:t>13/12/2022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xmlns="" id="{35D055D7-0AB3-4AB9-B386-FD3B936E2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xmlns="" id="{220C7B0E-7300-45BE-9454-F550654E4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AD2B2-9D96-4539-B18E-43638AC9036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04232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xmlns="" id="{C60A0E10-C8AC-423B-A002-14EB75E2A0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xmlns="" id="{39557DF3-08E4-499B-87BB-F53EF52D70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xmlns="" id="{1E16615B-C345-4B99-9317-5AD2BE524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77981-68C6-44F6-8112-8D52C924F426}" type="datetimeFigureOut">
              <a:rPr lang="fr-FR" smtClean="0"/>
              <a:t>13/12/2022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xmlns="" id="{0B0E72B7-1E4E-418D-8D6B-026DD8391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xmlns="" id="{17A0D521-A483-43D0-8EE2-C63BFACA2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AD2B2-9D96-4539-B18E-43638AC9036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67929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xmlns="" id="{463900D4-4C43-448E-BB5F-41C3E6599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xmlns="" id="{2381068E-2AC1-421B-A247-A70D9308A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xmlns="" id="{F33E1438-7479-4FFD-B958-F972E67FFE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E77981-68C6-44F6-8112-8D52C924F426}" type="datetimeFigureOut">
              <a:rPr lang="fr-FR" smtClean="0"/>
              <a:t>13/12/2022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xmlns="" id="{4AAF4C34-A333-43FE-96D4-2A9565629F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xmlns="" id="{40B4771B-210B-470C-BD15-48E8AD066B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9AD2B2-9D96-4539-B18E-43638AC9036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5063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2F965B22-E035-4CDF-BD41-ED6086C7AB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Master MEEF </a:t>
            </a:r>
            <a:r>
              <a:rPr lang="fr-FR" sz="4800" i="1" dirty="0">
                <a:solidFill>
                  <a:schemeClr val="accent1"/>
                </a:solidFill>
              </a:rPr>
              <a:t>Préciser la mention et/ou le parcours</a:t>
            </a:r>
            <a:endParaRPr lang="fr-FR" i="1" dirty="0">
              <a:solidFill>
                <a:schemeClr val="accent1"/>
              </a:solidFill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xmlns="" id="{490066B1-9ECD-49E9-9B01-27AE9788E3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02088"/>
            <a:ext cx="9144000" cy="1236662"/>
          </a:xfrm>
        </p:spPr>
        <p:txBody>
          <a:bodyPr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altLang="fr-FR" b="1" dirty="0">
                <a:solidFill>
                  <a:schemeClr val="tx1"/>
                </a:solidFill>
                <a:latin typeface="Calibri" pitchFamily="34" charset="0"/>
                <a:ea typeface="Times New Roman" pitchFamily="18" charset="0"/>
                <a:cs typeface="Calibri" pitchFamily="34" charset="0"/>
              </a:rPr>
              <a:t>VALIDATION DES ACQUIS DE L’EXPÉRIENCE</a:t>
            </a:r>
            <a:endParaRPr lang="fr-FR" altLang="fr-FR" sz="6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altLang="fr-FR" sz="1600" b="1" dirty="0">
                <a:latin typeface="Calibri" pitchFamily="34" charset="0"/>
                <a:ea typeface="Calibri" pitchFamily="34" charset="0"/>
                <a:cs typeface="Times New Roman" pitchFamily="18" charset="0"/>
              </a:rPr>
              <a:t>Nom prénom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altLang="fr-FR" sz="1100" b="1" smtClean="0">
                <a:latin typeface="Calibri" pitchFamily="34" charset="0"/>
                <a:ea typeface="Calibri" pitchFamily="34" charset="0"/>
                <a:cs typeface="Times New Roman" pitchFamily="18" charset="0"/>
              </a:rPr>
              <a:t>2022-2023</a:t>
            </a:r>
            <a:endParaRPr lang="fr-FR" dirty="0"/>
          </a:p>
          <a:p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289" y="5238750"/>
            <a:ext cx="5882652" cy="1399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972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C3138519-EAD6-419A-838D-026653462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Plan de l’exposé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C8017735-B3B6-4696-8C67-6E60C23C4F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Parcours </a:t>
            </a:r>
            <a:r>
              <a:rPr lang="fr-FR" dirty="0"/>
              <a:t>et projet</a:t>
            </a:r>
          </a:p>
          <a:p>
            <a:r>
              <a:rPr lang="fr-FR" dirty="0"/>
              <a:t>Analyse de situations professionnelles significatives</a:t>
            </a:r>
          </a:p>
          <a:p>
            <a:r>
              <a:rPr lang="fr-FR" dirty="0"/>
              <a:t>Correspondance entre le référentiel de compétences et l’expérience/ la formation</a:t>
            </a:r>
          </a:p>
          <a:p>
            <a:r>
              <a:rPr lang="fr-FR" dirty="0"/>
              <a:t>Conclusion :  vécu de la démarche, ouverture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968751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Introduction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Présentation personnelle</a:t>
            </a:r>
          </a:p>
          <a:p>
            <a:r>
              <a:rPr lang="fr-FR" dirty="0" smtClean="0"/>
              <a:t>Motivations à obtenir un master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542533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1A0BFD9A-4D3F-4717-8B5B-CF7340DE7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Parcours et </a:t>
            </a:r>
            <a:r>
              <a:rPr lang="fr-FR" dirty="0" smtClean="0"/>
              <a:t>projets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E72A1C9B-E978-48E8-99FB-BAF11D9BC1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Mon Parcours</a:t>
            </a:r>
          </a:p>
          <a:p>
            <a:endParaRPr lang="fr-FR" dirty="0"/>
          </a:p>
          <a:p>
            <a:r>
              <a:rPr lang="fr-FR" dirty="0"/>
              <a:t>Mes </a:t>
            </a:r>
            <a:r>
              <a:rPr lang="fr-FR" dirty="0" smtClean="0"/>
              <a:t>projets d’évolution professionnelle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570062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A922BD0A-D3F0-4C81-AE65-6B31FFD4F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</a:t>
            </a:r>
            <a:r>
              <a:rPr lang="fr-FR" dirty="0" smtClean="0"/>
              <a:t>nalyse </a:t>
            </a:r>
            <a:r>
              <a:rPr lang="fr-FR" dirty="0"/>
              <a:t>de situations professionnelles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81E8AA4A-6339-492B-8465-72D086CB84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Présentation des situations </a:t>
            </a:r>
            <a:r>
              <a:rPr lang="fr-FR" dirty="0" smtClean="0"/>
              <a:t>retenues</a:t>
            </a:r>
          </a:p>
          <a:p>
            <a:r>
              <a:rPr lang="fr-FR" dirty="0" smtClean="0"/>
              <a:t>Analyse réflexive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657452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B746EFF8-4C1C-41EA-8E91-527327EFF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apports de l’analyse de mon activité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46145BBE-FA15-4853-8D9E-55ADF2AF26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0729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36125FC1-9444-48F3-811A-E334BD135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Correspondance Expérience/formation avec le référentiel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D838AEAB-B47D-4775-968F-210711A6E6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Mes acquis (de formation, d’expérience et de VAE) et les liens avec le </a:t>
            </a:r>
            <a:r>
              <a:rPr lang="fr-FR" dirty="0" err="1" smtClean="0"/>
              <a:t>diplome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934398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9A1CE1DE-6B6A-4C06-AEE8-F113E686F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Conclusion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CAF66682-B190-436C-9677-919FD0D4E5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Vécu de la démarche</a:t>
            </a:r>
          </a:p>
          <a:p>
            <a:r>
              <a:rPr lang="fr-FR" dirty="0"/>
              <a:t>Perspectives </a:t>
            </a:r>
          </a:p>
        </p:txBody>
      </p:sp>
    </p:spTree>
    <p:extLst>
      <p:ext uri="{BB962C8B-B14F-4D97-AF65-F5344CB8AC3E}">
        <p14:creationId xmlns:p14="http://schemas.microsoft.com/office/powerpoint/2010/main" val="20254948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69950DA6-FE27-4C91-A2ED-8A63595D8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0347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fr-FR" sz="3600" dirty="0"/>
              <a:t>Merci de votre attention</a:t>
            </a:r>
          </a:p>
        </p:txBody>
      </p:sp>
    </p:spTree>
    <p:extLst>
      <p:ext uri="{BB962C8B-B14F-4D97-AF65-F5344CB8AC3E}">
        <p14:creationId xmlns:p14="http://schemas.microsoft.com/office/powerpoint/2010/main" val="324168750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155</Words>
  <Application>Microsoft Office PowerPoint</Application>
  <PresentationFormat>Grand écran</PresentationFormat>
  <Paragraphs>32</Paragraphs>
  <Slides>9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Thème Office</vt:lpstr>
      <vt:lpstr>Master MEEF Préciser la mention et/ou le parcours</vt:lpstr>
      <vt:lpstr>Plan de l’exposé</vt:lpstr>
      <vt:lpstr>Introduction </vt:lpstr>
      <vt:lpstr>Parcours et projets</vt:lpstr>
      <vt:lpstr>Analyse de situations professionnelles</vt:lpstr>
      <vt:lpstr>Les apports de l’analyse de mon activité</vt:lpstr>
      <vt:lpstr>Correspondance Expérience/formation avec le référentiel</vt:lpstr>
      <vt:lpstr>Conclusion</vt:lpstr>
      <vt:lpstr>Merci de votre attention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 MEEF Préciser la mention et/ou le parcours</dc:title>
  <dc:creator>Burdin Claire</dc:creator>
  <cp:lastModifiedBy>Claire BURDIN</cp:lastModifiedBy>
  <cp:revision>15</cp:revision>
  <dcterms:created xsi:type="dcterms:W3CDTF">2020-10-21T09:01:05Z</dcterms:created>
  <dcterms:modified xsi:type="dcterms:W3CDTF">2022-12-13T09:44:46Z</dcterms:modified>
</cp:coreProperties>
</file>